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heforage.com/simulations/deloitte-au/data-analytics-s5z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Shape 1"/>
          <p:cNvSpPr/>
          <p:nvPr/>
        </p:nvSpPr>
        <p:spPr>
          <a:xfrm>
            <a:off x="8549640" y="0"/>
            <a:ext cx="73152" cy="6858000"/>
          </a:xfrm>
          <a:prstGeom prst="rect">
            <a:avLst/>
          </a:prstGeom>
          <a:solidFill>
            <a:srgbClr val="5A7D0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05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ENGINEERING  •  7TH SEMESTER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Report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D9D9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49808" y="4160520"/>
            <a:ext cx="548640" cy="4572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480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Divyanshu Pal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80974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Number: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CS-2341523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389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Engineering, 7th Semester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4681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7972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(via Forage Virtual Job Simulation)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9ED1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</a:t>
            </a:r>
            <a:endParaRPr lang="en-US" sz="1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746504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Data Analytics Job Simulation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313432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258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Platform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2585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(virtual work-experience platform)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880360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8254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8254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Forensic Technology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447288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392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3924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014216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959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Context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9593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requirement, B.Tech CSE, 7th Semester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32520" y="1691640"/>
            <a:ext cx="2926080" cy="3429000"/>
          </a:xfrm>
          <a:prstGeom prst="roundRect">
            <a:avLst>
              <a:gd name="adj" fmla="val 3125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06840" y="19659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replicates real tasks performed by Data Analysts and Forensic Technology professionals at Deloitte.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06840" y="4160520"/>
            <a:ext cx="457200" cy="3657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06840" y="4297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classroom learning with real-world analytics practice.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Data Analysis  |  Divyanshu Pal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Deloitte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“Big Four” global professional services networks.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offers services across audit and assurance, consulting, financial advisory, risk advisory, and tax &amp; legal services to clients worldwide. Its Forensic and Financial Advisory practice specialises in forensic technology, fraud investigation, data analytics and dispute resolution — helping organisations detect, investigate and prevent financial crime using advanced analytical tools.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73952" y="169164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Assurance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16568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7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281160" y="169164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312724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7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73952" y="3127248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Advisory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16568" y="3127248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81160" y="3127248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Advisory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4562856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7F7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73952" y="4562856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Legal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16568" y="4562856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86BC2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81160" y="4562856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Technology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6089904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via Forage, a platform partnering with leading global companies to offer virtual, self-paced job simulations to students.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Data Analysis  |  Divyanshu Pal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generate large volumes of structured and unstructured data. Converting this data into actionable insight is critical for decision-making, fraud detection and business strategy.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880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Technology Task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0624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dashboard to help the forensic team review large volumes of transactional / telecom data and identify unusual patterns, discrepancies or potential indicators of fraud.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5440680" cy="3383280"/>
          </a:xfrm>
          <a:prstGeom prst="roundRect">
            <a:avLst>
              <a:gd name="adj" fmla="val 2703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880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657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Task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20624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 business data set, draw out meaningful insights, and communicate findings and recommendations clearly to non-technical stakeholders through a written memo.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Data Analysis  |  Divyanshu Pal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86BC2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1907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forensic technology and data analytics are applied to real business and investigative problems.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2322576"/>
            <a:ext cx="1024128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786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86BC2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60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data dashboard capable of highlighting anomalies and trends within a given data set.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34440" y="3163824"/>
            <a:ext cx="1024128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1985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86BC2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0156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 and derive actionable insights from raw data.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4005072"/>
            <a:ext cx="1024128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6110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86BC2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2428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skill of communicating technical findings to a non-technical audience clearly and effectively.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34440" y="4846320"/>
            <a:ext cx="1024128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10235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86BC2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08406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first-hand exposure to the tools and expectations of a professional analytics / forensic team.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Data Analysis  |  Divyanshu Pal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scope was limited to the two structured modules within the Deloitte Data Analytics Job Simulation on Forage.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502152"/>
            <a:ext cx="91440" cy="9144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4290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 sample / simulated data set (not live client data)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215384"/>
            <a:ext cx="91440" cy="9144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1422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single dashboard for anomaly identification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928616"/>
            <a:ext cx="91440" cy="9144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85546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a data-analysis memo summarising findings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78892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ED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3502152"/>
            <a:ext cx="91440" cy="91440"/>
          </a:xfrm>
          <a:prstGeom prst="ellipse">
            <a:avLst/>
          </a:prstGeom>
          <a:solidFill>
            <a:srgbClr val="9ED1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12280" y="34290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of a production-grade system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0" y="4215384"/>
            <a:ext cx="91440" cy="91440"/>
          </a:xfrm>
          <a:prstGeom prst="ellipse">
            <a:avLst/>
          </a:prstGeom>
          <a:solidFill>
            <a:srgbClr val="9ED14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41422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live client / enterprise data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50749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developing conceptual and practical understanding of the analytics workflow — from raw data to insight to communication.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Data Analysis  |  Divyanshu Pal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7F7F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sorting and preliminary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7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0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490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6118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and visualisations for the forensic task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82880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7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0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Techniques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6118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trends, outliers and anomalies in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26880" y="182880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0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Processing Tools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36118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insights and preparing the analytical memo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Data Analysis  |  Divyanshu Pal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4.7 — DATA-ANALYTICS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3520440"/>
            <a:ext cx="9217152" cy="0"/>
          </a:xfrm>
          <a:prstGeom prst="line">
            <a:avLst/>
          </a:prstGeom>
          <a:noFill/>
          <a:ln w="25400">
            <a:solidFill>
              <a:srgbClr val="D5D5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D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00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622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raw data set provided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52928" y="274320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86BC2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2656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3200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44622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inconsistencies, structuring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57216" y="274320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66944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D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94376" y="3200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65776" y="44622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patterns &amp; anomalies identified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61504" y="274320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86BC2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71232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598664" y="3200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Layer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370064" y="44622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Tableau dashboard built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765792" y="2743200"/>
            <a:ext cx="1874520" cy="1554480"/>
          </a:xfrm>
          <a:prstGeom prst="roundRect">
            <a:avLst>
              <a:gd name="adj" fmla="val 5294"/>
            </a:avLst>
          </a:prstGeom>
          <a:solidFill>
            <a:srgbClr val="1A1A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75520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D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902952" y="3200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674352" y="446227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 summarised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 →  Processing Layer  →  Analysis Layer  →  Presentation Layer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Data Analysis  |  Divyanshu Pal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013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business context and requirements for each simulation task.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7614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and examined the provided data set to understand structure and quality.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7216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organised data to remove errors, duplicates and inconsistencies.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68172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exploratory analysis to identify patterns, trends and outliers.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8013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Tableau dashboard to visually represent forensic-task findings.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7614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a structured memo summarising key insights and recommendations.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7216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tasks on Forage for automated review, and iterated on feedback.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Data Analysis  |  Divyanshu Pal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D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36576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understanding of how forensic technology teams use dashboards to detect anomalies and potential fraud.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B2B2B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103120"/>
            <a:ext cx="36576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3317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in exploratory data analysis and data visualisation using industry-standard tools.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B2B2B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2103120"/>
            <a:ext cx="36576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0" y="233172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ability to translate data-driven findings into clear, actionable business recommendations.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B2B2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480560"/>
            <a:ext cx="36576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 to the workflow and expectations of a professional data-analytics role.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42062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4480560"/>
            <a:ext cx="36576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47091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completed, verifiable Certificate of Completion from Deloitte, issued via Forage.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Data Analysis  |  Divyanshu Pal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4.10 — 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6675120" cy="4297680"/>
          </a:xfrm>
          <a:prstGeom prst="roundRect">
            <a:avLst>
              <a:gd name="adj" fmla="val 2553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of Completion was issued by Deloitte's Chief Human Resources Officer, Ms. Tina McCreery, through the Forage platform, confirming successful completion of the Data Analytics Job Simulation.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Verification Code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5876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6aa197fc72c3c371117a1ea1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315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Verification Code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60857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6aa1975672c3c3711179fdc6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0657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7D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35838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1691640"/>
            <a:ext cx="4160520" cy="4297680"/>
          </a:xfrm>
          <a:prstGeom prst="roundRect">
            <a:avLst>
              <a:gd name="adj" fmla="val 2637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ED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LINK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3317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Data Analytics Job Simulation on Forage</a:t>
            </a:r>
            <a:endParaRPr lang="en-US" sz="1400" dirty="0"/>
          </a:p>
        </p:txBody>
      </p:sp>
      <p:sp>
        <p:nvSpPr>
          <p:cNvPr id="16" name="Text 14">
            <a:hlinkClick r:id="rId1" tooltip=""/>
          </p:cNvPr>
          <p:cNvSpPr txBox="1"/>
          <p:nvPr/>
        </p:nvSpPr>
        <p:spPr>
          <a:xfrm>
            <a:off x="7772400" y="30632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theforage.com/simulations/</a:t>
            </a:r>
            <a:endParaRPr lang="en-US" sz="1150" dirty="0"/>
          </a:p>
          <a:p>
            <a:pPr indent="0" marL="0">
              <a:buNone/>
            </a:pPr>
            <a:r>
              <a:rPr lang="en-US" sz="1150" u="sng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deloitte-au/data-analytics-s5zy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0" y="4114800"/>
            <a:ext cx="457200" cy="3657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0" y="429768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can be independently verified online using the codes shown, or via this simulation link.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Data Analysis  |  Divyanshu Pal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37744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640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 / REFERENCES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67328" y="1051560"/>
            <a:ext cx="548640" cy="4572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3767328" y="1453896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977640" y="13716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Deloitte. (2026). Data Analytics Job Simulation on Forage.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theforage.com/simulations/deloitte-au/data-analytics-s5zy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67328" y="2322576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77640" y="22402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Forage. (2026). Certificate of Completion – Data Analytics Job Simulation, Deloitte. Issued to Divyanshu Pal.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67328" y="3191256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77640" y="31089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Deloitte. (2026). About Deloitte. deloitte.com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67328" y="4059936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77640" y="3977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Software. (2026). Tableau Desktop Documentation. help.tableau.com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767328" y="4928616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77640" y="48463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(2026). Excel Documentation. support.microsoft.com/excel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Data Analysis  |  Divyanshu Pal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2026-09-10T17:16:20Z</dcterms:created>
  <dcterms:modified xsi:type="dcterms:W3CDTF">2026-09-10T17:16:20Z</dcterms:modified>
</cp:coreProperties>
</file>